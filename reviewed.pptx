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2C2C08-0221-4E0A-9863-F287AA096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5B2AB2-184F-47BB-803B-702EBBA13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521FC6-3E23-4D35-B54E-C778F1AD4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1A06A-7D7E-4BAC-AC10-E61EE778CD6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ED394E-0AC3-4A83-A84D-2CE37FC41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96458-E7D3-4BCC-83A7-BC3E4F1F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C2D3-5F57-4DD0-9747-4D9E7A6F3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805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0B38A-585D-45D7-8E10-67EB3E7FD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AD8959-42FC-4CE6-9AF8-6D2A19E1F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9C03DE-1CD2-41C3-A36C-2D963B782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1A06A-7D7E-4BAC-AC10-E61EE778CD6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711F1F-E496-42E8-BA6D-FBF577B1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7D69A1-134E-4DB4-BE58-4D89620C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C2D3-5F57-4DD0-9747-4D9E7A6F3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558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491263-AB5B-4484-BD14-00A2E7681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4E824E-8B25-47B3-A4EE-C5BBC0F52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A0F2D1-28D0-48B9-93B9-88BBE06E3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1A06A-7D7E-4BAC-AC10-E61EE778CD6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E665CC-8DC5-47EE-8161-9A47C54D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D15888-FCEC-46F1-8AD3-D8A885D2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C2D3-5F57-4DD0-9747-4D9E7A6F3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775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A3A0D2-A93A-4D92-A393-60CDA3E11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5D4B5F-3872-4067-8D61-8BC0BF84E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0F4BB0-31CA-4030-BA7E-919305EFD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B50692-218D-4783-905D-BFC37B132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1A06A-7D7E-4BAC-AC10-E61EE778CD6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DAA094-8156-4695-8717-60DA1AB6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5EEE62-049F-4A71-8A86-78606362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C2D3-5F57-4DD0-9747-4D9E7A6F3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94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23F10-D015-4273-B79C-AAABABACE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6B8331-7BE3-4DBC-842C-C14CE72D9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215A82-C85A-4637-A9B4-1095A274E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803957-FE43-4A72-AA77-BE93EB1703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408B8F-5222-493C-A682-16DA6B6FA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C9926B-1EBB-417E-9E79-7DF1079B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1A06A-7D7E-4BAC-AC10-E61EE778CD6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8F29C78-F4B3-4BFD-BB76-FE2FAEB53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921F05-022E-4FDF-AD3E-48E01DDB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C2D3-5F57-4DD0-9747-4D9E7A6F3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220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BD3CF-3E92-44C6-B320-0C8C6999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0AC6B3-3A8E-4A02-A1E6-892201ABB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1A06A-7D7E-4BAC-AC10-E61EE778CD6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0129E6-F993-4338-9062-AC99DABE7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E2BD87-A62C-4F29-9427-F9B999A2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C2D3-5F57-4DD0-9747-4D9E7A6F3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16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A0850D-A572-4FFE-9A57-D7AE38F0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1A06A-7D7E-4BAC-AC10-E61EE778CD6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359829-F103-49C2-9A06-2E481E8D2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F9B3F5-3C76-46CB-9CAD-AB0F86591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C2D3-5F57-4DD0-9747-4D9E7A6F3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035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7755D-1381-447A-AC2A-18BDD4CE8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4AACFD-FEFF-4159-9E82-FCAF6C4F8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FFBEA8-6310-4B79-983F-2B2B13D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E8B323-E7F9-4E94-A0B4-A1A7B1EE3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1A06A-7D7E-4BAC-AC10-E61EE778CD6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7B82C7-96A0-4081-9057-220770661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1B9359-B6D7-4C13-9506-3F11EF96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C2D3-5F57-4DD0-9747-4D9E7A6F3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133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CDF02-885F-497E-992C-808A77D67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02DC90-F466-4445-8869-95806F65E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DADCEC-09CB-4A60-9E03-AF2CD54D3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7E3D3C-FE0F-4569-9546-ACD15ED42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1A06A-7D7E-4BAC-AC10-E61EE778CD6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FE3771-619C-4861-A71D-4EF4806DE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C0CE8D-497A-48B1-8762-9445B864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C2D3-5F57-4DD0-9747-4D9E7A6F3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899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1B2CBA-9C0C-4FDA-801C-1DF848EE0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9BEDFA-6A33-45C5-9A75-ECAD5C98F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071C70-64F3-494A-8DE1-44012B1B8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1A06A-7D7E-4BAC-AC10-E61EE778CD6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C08FD4-303E-4FD5-913E-AE832CB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60578C-4F48-4F09-B6E2-692CE518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C2D3-5F57-4DD0-9747-4D9E7A6F3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96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7FA870-8F4D-4491-9696-8474ACA398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06568B-830F-4447-A325-C8AAD91AF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607B5-0E9D-4074-A999-FADDA5374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1A06A-7D7E-4BAC-AC10-E61EE778CD6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8E6D37-3304-4F59-9F76-300E5A233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976E5F-01EE-4D92-97D1-BAA75713F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C2D3-5F57-4DD0-9747-4D9E7A6F3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002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F666B02-309E-4D77-B587-00236A9AA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A893C0-1FF3-47DA-A4A0-91DD50EB9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96BEE0-F42F-4634-8C01-4C54B7B553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1A06A-7D7E-4BAC-AC10-E61EE778CD6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36BEDA-27B6-4E40-AA63-4CEC55CD2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37AC53-73C8-400B-B5D1-9FFDF3C11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2C2D3-5F57-4DD0-9747-4D9E7A6F3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11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07E6D4-AEBA-40BA-9E23-5750CFE55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319" y="1122363"/>
            <a:ext cx="9500681" cy="238760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/>
              <a:t>华中科技大学毕业答辩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zh-CN" sz="44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基于大模型的课程知识命名实体识别与关系抽取</a:t>
            </a:r>
            <a:endParaRPr lang="zh-CN" altLang="en-US" sz="44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59836C-0FBD-41E8-8211-A78DA7831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4596" y="3429000"/>
            <a:ext cx="9144000" cy="1828800"/>
          </a:xfrm>
        </p:spPr>
        <p:txBody>
          <a:bodyPr>
            <a:normAutofit fontScale="92500" lnSpcReduction="20000"/>
          </a:bodyPr>
          <a:lstStyle/>
          <a:p>
            <a:endParaRPr lang="en-US" altLang="zh-CN" dirty="0"/>
          </a:p>
          <a:p>
            <a:pPr algn="l"/>
            <a:r>
              <a:rPr lang="zh-CN" altLang="en-US" dirty="0"/>
              <a:t>瞿明睿 计算机科学与技术学院</a:t>
            </a:r>
            <a:endParaRPr lang="en-US" altLang="zh-CN" dirty="0"/>
          </a:p>
          <a:p>
            <a:pPr algn="l"/>
            <a:r>
              <a:rPr lang="en-US" altLang="zh-CN" dirty="0"/>
              <a:t>U2022155671 </a:t>
            </a:r>
          </a:p>
          <a:p>
            <a:pPr algn="l"/>
            <a:endParaRPr lang="en-US" altLang="zh-CN" dirty="0"/>
          </a:p>
          <a:p>
            <a:pPr algn="l"/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240890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34E823-89AE-4E1E-9739-D3E4506DD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绪论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E832B6-8A84-4056-AA12-55CA37D69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设计核心技术命题为命名实体识别与关系抽取</a:t>
            </a:r>
            <a:endParaRPr lang="en-US" altLang="zh-CN" dirty="0"/>
          </a:p>
          <a:p>
            <a:r>
              <a:rPr lang="zh-CN" altLang="en-US" dirty="0"/>
              <a:t>实现基于大语言模型，面向计算机网络课程教材的知识提取系统</a:t>
            </a:r>
            <a:r>
              <a:rPr lang="en-US" altLang="zh-CN" dirty="0"/>
              <a:t>pipeline</a:t>
            </a:r>
          </a:p>
          <a:p>
            <a:r>
              <a:rPr lang="zh-CN" altLang="en-US" dirty="0"/>
              <a:t>较少有工作将</a:t>
            </a:r>
            <a:r>
              <a:rPr lang="en-US" altLang="zh-CN" dirty="0"/>
              <a:t>NER</a:t>
            </a:r>
            <a:r>
              <a:rPr lang="zh-CN" altLang="en-US" dirty="0"/>
              <a:t>、</a:t>
            </a:r>
            <a:r>
              <a:rPr lang="en-US" altLang="zh-CN" dirty="0"/>
              <a:t>RE</a:t>
            </a:r>
            <a:r>
              <a:rPr lang="zh-CN" altLang="en-US" dirty="0"/>
              <a:t>与端到端的知识图谱构建流水线在课程知识场景下进行系统整合</a:t>
            </a:r>
            <a:endParaRPr lang="en-US" altLang="zh-CN" dirty="0"/>
          </a:p>
          <a:p>
            <a:r>
              <a:rPr lang="zh-CN" altLang="en-US" dirty="0"/>
              <a:t>计算机网络教材术语多，层次多，关系复杂，适合使用大语言模型去做完成</a:t>
            </a:r>
            <a:r>
              <a:rPr lang="en-US" altLang="zh-CN" dirty="0"/>
              <a:t>NER</a:t>
            </a:r>
            <a:r>
              <a:rPr lang="zh-CN" altLang="en-US" dirty="0"/>
              <a:t>以及</a:t>
            </a:r>
            <a:r>
              <a:rPr lang="en-US" altLang="zh-CN" dirty="0"/>
              <a:t>R</a:t>
            </a:r>
          </a:p>
          <a:p>
            <a:r>
              <a:rPr lang="zh-CN" altLang="en-US" dirty="0"/>
              <a:t>现有相关课题实现关注于</a:t>
            </a:r>
            <a:r>
              <a:rPr lang="en-US" altLang="zh-CN" dirty="0"/>
              <a:t>NER</a:t>
            </a:r>
            <a:r>
              <a:rPr lang="zh-CN" altLang="en-US" dirty="0"/>
              <a:t>通用领域，专业性不足，需要针对课程知识体系进行模型适配与提示词设计。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34780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952BE90-9549-49F3-9FB3-F77E332A5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167" y="262241"/>
            <a:ext cx="7795096" cy="633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85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127</Words>
  <Application>Microsoft Office PowerPoint</Application>
  <PresentationFormat>宽屏</PresentationFormat>
  <Paragraphs>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Calibri</vt:lpstr>
      <vt:lpstr>Office 主题​​</vt:lpstr>
      <vt:lpstr>华中科技大学毕业答辩  基于大模型的课程知识命名实体识别与关系抽取</vt:lpstr>
      <vt:lpstr>绪论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华中科技大学毕业答辩  基于大模型的课程知识命名实体识别与关系抽取</dc:title>
  <dc:creator>Sanstoolow</dc:creator>
  <cp:lastModifiedBy>Sanstoolow</cp:lastModifiedBy>
  <cp:revision>3</cp:revision>
  <dcterms:created xsi:type="dcterms:W3CDTF">2026-05-11T12:11:02Z</dcterms:created>
  <dcterms:modified xsi:type="dcterms:W3CDTF">2026-05-11T12:29:06Z</dcterms:modified>
</cp:coreProperties>
</file>